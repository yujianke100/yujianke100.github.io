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GLake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所有数据一个网页 · 按项目分门别类 · AI全程辅助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😟 做研究时，这些困扰你也有吗？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47472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📁 不知道数据在哪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CSV在U盘、PDF在微信、数据表在服务器来回问人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83080"/>
            <a:ext cx="347472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🔧 导数据做分析太折腾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写脚本→转格式→手动查→记笔记，下次还得重来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31720"/>
            <a:ext cx="347472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🔐 权限迁移都头疼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给合作方看要么全给要么单拷，存储满了迁移噩梦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880360"/>
            <a:ext cx="347472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⏰ 定期数据没人管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月更数据每次手动拉，漏一次分析全偏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429000"/>
            <a:ext cx="3474720" cy="4114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说到底 —— 有数据，但管不住、查不到、用不了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8686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✅ GLake —— 您的数据工作台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234440"/>
            <a:ext cx="768096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📂 所有数据一个网页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按项目分门别类，文件夹式浏览。标签、说明文档、样本随意翻看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783080"/>
            <a:ext cx="768096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🤖 AI贯穿全程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AI导数据，也AI做查询分析。从导入到出结果一个网页搞定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331720"/>
            <a:ext cx="768096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🔧 存储算力灵活扩展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按需迁移扩展到集群。高压缩省空间、查询快，定时任务自动更新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880360"/>
            <a:ext cx="768096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🔐 权限精细到每份数据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每个合作方专属授权，只看得到允许范围，全程留痕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937760"/>
            <a:ext cx="1170432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389万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📄 政策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4937760"/>
            <a:ext cx="1170432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1.64亿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⚖️ 裁判文书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937760"/>
            <a:ext cx="1170432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800万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📜 法规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4937760"/>
            <a:ext cx="1170432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78BFA"/>
                </a:solidFill>
              </a:defRPr>
            </a:pPr>
            <a:r>
              <a:t>443GB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🌍 LinkedIn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937760"/>
            <a:ext cx="1170432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472B6"/>
                </a:solidFill>
              </a:defRPr>
            </a:pPr>
            <a:r>
              <a:t>5轮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🏠 CHFS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4937760"/>
            <a:ext cx="1170432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940GB+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📊 总计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97880"/>
            <a:ext cx="365760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📂 传统：数据散落各处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GLake：所有数据一个网页，标签+说明+样本随时看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5897880"/>
            <a:ext cx="365760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🤖 传统：导数据另开工具分析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GLake：AI导入+AI查询分析一条龙，可复现可传承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6373368"/>
            <a:ext cx="365760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🔧 传统：迁移噩梦，算力不够卡死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GLake：存储算力按需扩展到集群，高压缩省空间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6373368"/>
            <a:ext cx="365760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⏰ 传统：定期数据手动拉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GLake：定时任务自动更新，不用操心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897880"/>
            <a:ext cx="365760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让任何团队花最少力气，</a:t>
            </a:r>
            <a:br/>
            <a:r>
              <a:t>拥有自己的数据基础设施</a:t>
            </a:r>
          </a:p>
          <a:p>
            <a:pPr algn="ctr">
              <a:defRPr sz="1000" b="0">
                <a:solidFill>
                  <a:srgbClr val="94A3B8"/>
                </a:solidFill>
              </a:defRPr>
            </a:pPr>
            <a:r>
              <a:t>一台 Linux + Docker 搞定搭建 · 可复现 · 可传承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</a:defRPr>
            </a:pPr>
            <a:r>
              <a:t>yujianke100.github.io/slides/glake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