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59E0B"/>
                </a:solidFill>
              </a:defRPr>
            </a:pPr>
            <a:r>
              <a:t>GLake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2E8F0"/>
                </a:solidFill>
              </a:defRPr>
            </a:pPr>
            <a:r>
              <a:t>所有数据在一个网页，按项目分门别类、AI全程辅助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散落的CSV、PDF、API数据统一管理 → AI 帮你导、查、用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976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以前人直接和数据库打交道 → 现在人 + 一个网页 +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用一个例子理解GLake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先看传统方式有什么痛点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🧐 一个常见的研究场景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t>研究"新能源汽车补贴政策对产业链的影响"——需要政策文本、企业数据、供应链关系、历史案例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但这些数据分散在各处，怎么统一管起来？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0292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传统做法（即使有AI）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让AI写脚本导入CSV——能跑。</a:t>
            </a:r>
            <a:br/>
            <a:r>
              <a:t>但下一次呢？脚本丢在哪？格式变了谁改？新同事来了去哪找？没有标准化流程，每次都从零开始。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474720"/>
            <a:ext cx="50292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GLake做法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AI按标准化流程导入数据→按项目组织好→每份数据带标签、说明文档、可看样本。</a:t>
            </a:r>
            <a:br/>
            <a:r>
              <a:t>所有数据一个网页，AI也直接在网页做查询分析。从头到尾标准化，可复现可传承。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传统做法有多痛苦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</a:defRPr>
            </a:pPr>
            <a:r>
              <a:t>还是用新能源汽车的例子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找数据靠人脑记忆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S3 ls，有什么字段？跑一下DuckDB…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4389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WebUI+标签一目了然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打开WebUI像文件夹一样看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2103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导数据写脚本到吐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CSV→pandas→boto3→API注册→写README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10512"/>
            <a:ext cx="4389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AI填表单按规范出脚本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YAML模板+规范，生产级可复用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23744"/>
            <a:ext cx="2103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非结构化数据没人管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PDF、报告散在微信/U盘/NAS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523744"/>
            <a:ext cx="4389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统一管理一个网页搞定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PDF和表格同平台，标签说明全覆盖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36976"/>
            <a:ext cx="2103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权限管不住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给SSH全都能看，导CSV版本失控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236976"/>
            <a:ext cx="4389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5级API Key路径隔离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每个Key只看授权范围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50208"/>
            <a:ext cx="2103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迁移扩展是噩梦，定期更新靠手动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迁移改所有路径，算力不够卡死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950208"/>
            <a:ext cx="438912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存储算力灵活扩展，自动更新</a:t>
            </a:r>
          </a:p>
          <a:p>
            <a:pPr algn="l">
              <a:defRPr sz="1000">
                <a:solidFill>
                  <a:srgbClr val="FFFFFF"/>
                </a:solidFill>
              </a:defRPr>
            </a:pPr>
            <a:r>
              <a:t>改配置秒切，扩展到集群，定时自动跑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四句话说清 GLake 怎么工作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59E0B"/>
                </a:solidFill>
              </a:defRPr>
            </a:pPr>
            <a:r>
              <a:t>①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放数据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结构化→Parquet表</a:t>
            </a:r>
          </a:p>
          <a:p>
            <a:r>
              <a:t>文件→原样保存</a:t>
            </a:r>
          </a:p>
          <a:p>
            <a:r>
              <a:t>各归其位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097280"/>
            <a:ext cx="25603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59E0B"/>
                </a:solidFill>
              </a:defRPr>
            </a:pPr>
            <a:r>
              <a:t>②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管目录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记录每份数据在哪、</a:t>
            </a:r>
          </a:p>
          <a:p>
            <a:r>
              <a:t>有什么标签、谁能用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25603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59E0B"/>
                </a:solidFill>
              </a:defRPr>
            </a:pPr>
            <a:r>
              <a:t>③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操作它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WebUI像逛文件夹</a:t>
            </a:r>
          </a:p>
          <a:p>
            <a:r>
              <a:t>API给程序调用</a:t>
            </a:r>
          </a:p>
          <a:p>
            <a:r>
              <a:t>AI帮忙导入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097280"/>
            <a:ext cx="25603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59E0B"/>
                </a:solidFill>
              </a:defRPr>
            </a:pPr>
            <a:r>
              <a:t>④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做运算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格式转换在独立沙箱</a:t>
            </a:r>
          </a:p>
          <a:p>
            <a:r>
              <a:t>不占管理节点资源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GLake 系统全景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管理控制面 · 隔离计算层 · 统一存储层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管理控制面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WebUI浏览、AI导入、API编程、权限管控、标签管理</a:t>
            </a:r>
            <a:br/>
            <a:r>
              <a:t>所有操作通过一个网页完成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隔离计算层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Docker沙箱做格式转换、数据预处理</a:t>
            </a:r>
            <a:br/>
            <a:r>
              <a:t>不占管理节点资源，可分发到集群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统一存储层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Parquet开源列式格式存储</a:t>
            </a:r>
            <a:br/>
            <a:r>
              <a:t>高压缩省空间，查询效率高</a:t>
            </a:r>
            <a:br/>
            <a:r>
              <a:t>本地MinIO到云端OSS秒切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怎么用？AI 驱动的数据管道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从导入到分析，一个网页+AI搞定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1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开项目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WebUI创建</a:t>
            </a:r>
          </a:p>
          <a:p>
            <a:r>
              <a:t>自动生成Key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告诉AI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把这份政策</a:t>
            </a:r>
          </a:p>
          <a:p>
            <a:r>
              <a:t>数据导进来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3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AI出脚本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按规范模板</a:t>
            </a:r>
          </a:p>
          <a:p>
            <a:r>
              <a:t>自动生成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4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执行导入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CSV→Parquet</a:t>
            </a:r>
          </a:p>
          <a:p>
            <a:r>
              <a:t>自动上传注册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调度增量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月更/日更数据</a:t>
            </a:r>
          </a:p>
          <a:p>
            <a:r>
              <a:t>自动拉取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188720"/>
            <a:ext cx="16459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AI查分析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9202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直接在网页</a:t>
            </a:r>
          </a:p>
          <a:p>
            <a:r>
              <a:t>问AI做查询分析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1124712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6B6D4"/>
                </a:solidFill>
              </a:defRPr>
            </a:pPr>
            <a:r>
              <a:t>你：把2023年新能源汽车补贴政策导进来，在/data/policy/NEV/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AI：好的，已填写配置模板——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· 数据源：/data/policy/NEV/ 下的CSV和PDF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· 格式：CSV→Parquet；PDF原样保存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· 目标路径：/新能源政策分析/补贴政策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· 标签：新能源 · 补贴 · 产业政策 · 2023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// AI按模板+GUIDE生成导入脚本 → 执行 → 自动注册到项目中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数据入库后，按项目这样呈现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02920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/新能源政策分析/</a:t>
            </a:r>
            <a:br/>
            <a:r>
              <a:t>├── 补贴政策/        ← 政策PDF+结构化字段</a:t>
            </a:r>
            <a:br/>
            <a:r>
              <a:t>│   ├── 2023年全国补贴通知.pdf</a:t>
            </a:r>
            <a:br/>
            <a:r>
              <a:t>│   ├── 浙江省实施细则.pdf</a:t>
            </a:r>
            <a:br/>
            <a:r>
              <a:t>│   └── 补贴标准表.parquet</a:t>
            </a:r>
            <a:br/>
            <a:r>
              <a:t>├── 企业数据/        ← 财务+股权+供应链</a:t>
            </a:r>
            <a:br/>
            <a:r>
              <a:t>│   ├── 整车厂财务.parquet</a:t>
            </a:r>
            <a:br/>
            <a:r>
              <a:t>│   ├── 电池供应商.parquet</a:t>
            </a:r>
            <a:br/>
            <a:r>
              <a:t>│   └── 充电桩运营商.parquet</a:t>
            </a:r>
            <a:br/>
            <a:r>
              <a:t>└── 供应链关系/      ← 图结构数据</a:t>
            </a:r>
            <a:br/>
            <a:r>
              <a:t>    └── 企业关系图谱.parquet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按项目组织，标签+文档+样本随意查看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760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📂 按项目分门别类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每个研究项目一个目录，文件夹式组织。有标签、说明文档、数据样本，点开就能看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468880"/>
            <a:ext cx="5760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🤖 AI全程辅助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AI导数据，也AI做查询和分析。从导入到出结果，一个网页完成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474720"/>
            <a:ext cx="5760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🔧 存储算力灵活扩展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存储算力按需迁移扩展到集群。高压缩省空间。定时任务自动更新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 GLake 可以做的学术方向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</a:defRPr>
            </a:pPr>
            <a:r>
              <a:t>GLake是通用数据基座，任何方向都能基于它提供数据支撑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⚡ 政策匹配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政策文本+案例数据入库→LLM抽取条件→语义检索做召回→交叉校验排序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🔍 信息检索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Policy-Graph RAG检索系统。结构化元数据+全文内容同库管理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⚠️ 政策冲突检测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上下位法冲突、跨部门政策打架。图模式匹配+异常检测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</a:defRPr>
            </a:pPr>
            <a:r>
              <a:t>结合团队研究经验，还可以延伸——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30352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🕸️ Agent市场异构图风险检测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Agent profile和调用记录存Parquet，描述文本存文档节点。模型通过API读取训练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🔗 政策红利的企业网络传导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"新能源补贴"种子→沿供应链传播：整车厂→电池供应商→锂矿厂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30352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🧩 政策概念异构图对齐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从标签抽取概念词建图，GNN聚类消歧，如"战略性新兴产业=新质生产力"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30352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📈 时序政策图演化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定时拉取新政策→增量构建时序图→趋势预测和废止预测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更长远地看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🌍 政策数字孪生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政策发布前沙盒模拟效果，运行中实时监控传导，事后因果归因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🤖 Agent数据生态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多智能体模拟日志→GLake入库→安全检测和分析→结果写回→自循环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9728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🔗 联邦数据湖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每个实验室部署自己的GLake，MCP互联。"给你个Key，权限范围内查"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112471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59E0B"/>
                </a:solidFill>
              </a:defRPr>
            </a:pPr>
            <a:r>
              <a:t>让任何团队花最少力气，拥有自己的数据基础设施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存储、权限、元数据、自动更新——这些脏活，GLake帮你干了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存储算力按需扩展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存哪里、用多少算力，灵活调配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# 开发环境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数据路径: /新能源/政策  →  物理存: s3://minio:9000/warehouse/...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# 生产环境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数据路径: /新能源/政策  →  物理存: s3://aliyun-oss/warehouse/...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切换只需改一个配置，所有代码不用动。算力不够可扩展到集群并行处理。数据高压缩省大量空间，查询效率高。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存储灵活切换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本地MinIO到云端OSS只改一个配置。支持扩展到集群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47472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算力灵活扩展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本地不够了扩展到集群节点做并行处理。计算任务隔离执行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47472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权限分层</a:t>
            </a:r>
          </a:p>
          <a:p>
            <a:pPr algn="l">
              <a:defRPr sz="1300">
                <a:solidFill>
                  <a:srgbClr val="FFFFFF"/>
                </a:solidFill>
              </a:defRPr>
            </a:pPr>
            <a:r>
              <a:t>5级API Key + 独立S3凭证，路径前缀强制隔离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功能全景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数据导入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CSV→Parquet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91440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断点续传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大文件分片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91440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定时任务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自动更新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91440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AI导入指南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模板+规范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AI查询分析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网页直接问AI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9164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WebUI浏览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标签/说明/预览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DuckDB查询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9164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5级权限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路径隔离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标签+README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每份数据可写说明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4688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存储灵活切换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改配置秒切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688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REST API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全覆盖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4688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元数据API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专用端点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提供 manage.sh CLI管理脚本，所有部署、启动、维护一条命令完成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6B6D4"/>
                </a:solidFill>
              </a:defRPr>
            </a:pPr>
            <a:r>
              <a:t>一台 Linux + Docker，bash manage.sh setup 搞定全部环境搭建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